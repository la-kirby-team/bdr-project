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283693af9d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283693af9d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83693af9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283693af9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283693af9d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283693af9d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283693af9d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283693af9d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283693af9d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283693af9d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83693af9d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283693af9d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inventory.duckdns.or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Winventory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434697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/>
              <a:t>Lestiboudois Maxime, Parisod Nathan, Surbeck Léon</a:t>
            </a:r>
            <a:endParaRPr sz="1300"/>
          </a:p>
        </p:txBody>
      </p:sp>
      <p:sp>
        <p:nvSpPr>
          <p:cNvPr id="279" name="Google Shape;279;p13"/>
          <p:cNvSpPr txBox="1"/>
          <p:nvPr>
            <p:ph type="ctrTitle"/>
          </p:nvPr>
        </p:nvSpPr>
        <p:spPr>
          <a:xfrm>
            <a:off x="824000" y="247406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fr" sz="3200"/>
              <a:t>Projet BDR / DAI</a:t>
            </a:r>
            <a:endParaRPr b="0" sz="3200"/>
          </a:p>
        </p:txBody>
      </p:sp>
      <p:pic>
        <p:nvPicPr>
          <p:cNvPr id="280" name="Google Shape;28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700" y="491688"/>
            <a:ext cx="3759701" cy="3770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Table des matières</a:t>
            </a:r>
            <a:endParaRPr/>
          </a:p>
        </p:txBody>
      </p:sp>
      <p:sp>
        <p:nvSpPr>
          <p:cNvPr id="286" name="Google Shape;286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Description du projet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Schéma EA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Choix d’implémentations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Démonstration du site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Description</a:t>
            </a:r>
            <a:endParaRPr/>
          </a:p>
        </p:txBody>
      </p:sp>
      <p:sp>
        <p:nvSpPr>
          <p:cNvPr id="292" name="Google Shape;292;p15"/>
          <p:cNvSpPr txBox="1"/>
          <p:nvPr>
            <p:ph idx="1" type="body"/>
          </p:nvPr>
        </p:nvSpPr>
        <p:spPr>
          <a:xfrm>
            <a:off x="1303800" y="19454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Histoire de Winventory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Winventory c’est quoi ?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Quelles sont ses fonctionnalités ?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Schéma</a:t>
            </a:r>
            <a:endParaRPr/>
          </a:p>
        </p:txBody>
      </p:sp>
      <p:pic>
        <p:nvPicPr>
          <p:cNvPr id="298" name="Google Shape;2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5375" y="148338"/>
            <a:ext cx="5275625" cy="484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Choix d’implémentations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Technologies utilisées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Architecture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Choix techniques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“Sécurité” et performances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/>
              <a:t>Démo time !</a:t>
            </a:r>
            <a:endParaRPr sz="3300"/>
          </a:p>
        </p:txBody>
      </p:sp>
      <p:sp>
        <p:nvSpPr>
          <p:cNvPr id="310" name="Google Shape;310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3"/>
              </a:rPr>
              <a:t>Cliquez-moi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/>
              <a:t>Plans futurs</a:t>
            </a:r>
            <a:endParaRPr sz="3300"/>
          </a:p>
        </p:txBody>
      </p:sp>
      <p:sp>
        <p:nvSpPr>
          <p:cNvPr id="316" name="Google Shape;316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Ajouter des pages pour ajouter des clients / vendeurs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Implémentation de la page profil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Améliorer le login pour qu’il soit lié à la DB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Gérer plusieurs magasins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Améliorations des ventes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